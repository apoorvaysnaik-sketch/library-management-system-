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CONSOLE APPLICATION – FIRST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A C PROJECT</a:t>
            </a:r>
          </a:p>
          <a:p>
            <a:pPr algn="ctr">
              <a:defRPr sz="2400"/>
            </a:pPr>
            <a:r>
              <a:t>Project Title: Library Management System</a:t>
            </a:r>
          </a:p>
          <a:p>
            <a:pPr algn="ctr">
              <a:defRPr sz="2400"/>
            </a:pPr>
            <a:r>
              <a:t>Your Name</a:t>
            </a:r>
          </a:p>
          <a:p>
            <a:pPr algn="ctr">
              <a:defRPr sz="2400"/>
            </a:pPr>
            <a:r>
              <a:t>College Name /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Library Management System is a console-based application used to manage library records efficiently.</a:t>
            </a:r>
          </a:p>
          <a:p>
            <a:pPr>
              <a:spcAft>
                <a:spcPts val="1200"/>
              </a:spcAft>
              <a:defRPr sz="2000"/>
            </a:pPr>
            <a:r>
              <a:t>• It stores, manages, and retrieves book details.</a:t>
            </a:r>
          </a:p>
          <a:p>
            <a:pPr>
              <a:spcAft>
                <a:spcPts val="1200"/>
              </a:spcAft>
              <a:defRPr sz="2000"/>
            </a:pPr>
            <a:r>
              <a:t>• It helps users search for books and check their availability.</a:t>
            </a:r>
          </a:p>
          <a:p>
            <a:pPr>
              <a:spcAft>
                <a:spcPts val="1200"/>
              </a:spcAft>
              <a:defRPr sz="2000"/>
            </a:pPr>
            <a:r>
              <a:t>• It provides facilities for issuing and returning books.</a:t>
            </a:r>
          </a:p>
          <a:p>
            <a:pPr>
              <a:spcAft>
                <a:spcPts val="1200"/>
              </a:spcAft>
              <a:defRPr sz="2000"/>
            </a:pPr>
            <a:r>
              <a:t>• It reduces manual work and makes library record management easier.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Develop a menu-driven Library Management System in C.</a:t>
            </a:r>
          </a:p>
          <a:p>
            <a:pPr>
              <a:spcAft>
                <a:spcPts val="1200"/>
              </a:spcAft>
              <a:defRPr sz="2000"/>
            </a:pPr>
            <a:r>
              <a:t>• Store and manage book details efficiently.</a:t>
            </a:r>
          </a:p>
          <a:p>
            <a:pPr>
              <a:spcAft>
                <a:spcPts val="1200"/>
              </a:spcAft>
              <a:defRPr sz="2000"/>
            </a:pPr>
            <a:r>
              <a:t>• Provide facilities for adding and viewing books.</a:t>
            </a:r>
          </a:p>
          <a:p>
            <a:pPr>
              <a:spcAft>
                <a:spcPts val="1200"/>
              </a:spcAft>
              <a:defRPr sz="2000"/>
            </a:pPr>
            <a:r>
              <a:t>• Search books quickly using Book ID or Book Name.</a:t>
            </a:r>
          </a:p>
          <a:p>
            <a:pPr>
              <a:spcAft>
                <a:spcPts val="1200"/>
              </a:spcAft>
              <a:defRPr sz="2000"/>
            </a:pPr>
            <a:r>
              <a:t>• Manage book issue and return operations.</a:t>
            </a:r>
          </a:p>
          <a:p>
            <a:pPr>
              <a:spcAft>
                <a:spcPts val="1200"/>
              </a:spcAft>
              <a:defRPr sz="2000"/>
            </a:pPr>
            <a:r>
              <a:t>• Reduce manual effort in maintaining library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EXPLANATION OF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User logs in with the administrator username and password.</a:t>
            </a:r>
          </a:p>
          <a:p>
            <a:pPr>
              <a:spcAft>
                <a:spcPts val="1200"/>
              </a:spcAft>
              <a:defRPr sz="2000"/>
            </a:pPr>
            <a:r>
              <a:t>• After successful login, the main library menu is displayed.</a:t>
            </a:r>
          </a:p>
          <a:p>
            <a:pPr>
              <a:spcAft>
                <a:spcPts val="1200"/>
              </a:spcAft>
              <a:defRPr sz="2000"/>
            </a:pPr>
            <a:r>
              <a:t>• The user can add, view, and search book details.</a:t>
            </a:r>
          </a:p>
          <a:p>
            <a:pPr>
              <a:spcAft>
                <a:spcPts val="1200"/>
              </a:spcAft>
              <a:defRPr sz="2000"/>
            </a:pPr>
            <a:r>
              <a:t>• Books can be issued to and returned by library members.</a:t>
            </a:r>
          </a:p>
          <a:p>
            <a:pPr>
              <a:spcAft>
                <a:spcPts val="1200"/>
              </a:spcAft>
              <a:defRPr sz="2000"/>
            </a:pPr>
            <a:r>
              <a:t>• Records are saved using file handling.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MODULES /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Login – administrator authentication.</a:t>
            </a:r>
          </a:p>
          <a:p>
            <a:pPr>
              <a:spcAft>
                <a:spcPts val="1200"/>
              </a:spcAft>
              <a:defRPr sz="2000"/>
            </a:pPr>
            <a:r>
              <a:t>• Add Book – enter Book ID, name, author, and category.</a:t>
            </a:r>
          </a:p>
          <a:p>
            <a:pPr>
              <a:spcAft>
                <a:spcPts val="1200"/>
              </a:spcAft>
              <a:defRPr sz="2000"/>
            </a:pPr>
            <a:r>
              <a:t>• View All Books – display all book records.</a:t>
            </a:r>
          </a:p>
          <a:p>
            <a:pPr>
              <a:spcAft>
                <a:spcPts val="1200"/>
              </a:spcAft>
              <a:defRPr sz="2000"/>
            </a:pPr>
            <a:r>
              <a:t>• Search Book – find books using ID, name, or author.</a:t>
            </a:r>
          </a:p>
          <a:p>
            <a:pPr>
              <a:spcAft>
                <a:spcPts val="1200"/>
              </a:spcAft>
              <a:defRPr sz="2000"/>
            </a:pPr>
            <a:r>
              <a:t>• Issue Book – assign an available book to a member.</a:t>
            </a:r>
          </a:p>
          <a:p>
            <a:pPr>
              <a:spcAft>
                <a:spcPts val="1200"/>
              </a:spcAft>
              <a:defRPr sz="2000"/>
            </a:pPr>
            <a:r>
              <a:t>• Return Book – mark an issued book as available.</a:t>
            </a:r>
          </a:p>
          <a:p>
            <a:pPr>
              <a:spcAft>
                <a:spcPts val="1200"/>
              </a:spcAft>
              <a:defRPr sz="2000"/>
            </a:pPr>
            <a:r>
              <a:t>• File Handling – save and load book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SAMPLE CONSOLE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========================================</a:t>
            </a:r>
            <a:br/>
            <a:r>
              <a:t>        LIBRARY MANAGEMENT SYSTEM</a:t>
            </a:r>
            <a:br/>
            <a:r>
              <a:t>========================================</a:t>
            </a:r>
            <a:br/>
            <a:r>
              <a:t>Username: admin</a:t>
            </a:r>
            <a:br/>
            <a:r>
              <a:t>Password: admin123</a:t>
            </a:r>
            <a:br/>
            <a:br/>
            <a:r>
              <a:t>Login successful!</a:t>
            </a:r>
            <a:br/>
            <a:br/>
            <a:r>
              <a:t>1. Add Book</a:t>
            </a:r>
            <a:br/>
            <a:r>
              <a:t>2. View All Books</a:t>
            </a:r>
            <a:br/>
            <a:r>
              <a:t>3. Search Book</a:t>
            </a:r>
            <a:br/>
            <a:r>
              <a:t>4. Issue Book</a:t>
            </a:r>
            <a:br/>
            <a:r>
              <a:t>5. Return Book</a:t>
            </a:r>
            <a:br/>
            <a:r>
              <a:t>6. Exit</a:t>
            </a:r>
            <a:br/>
            <a:br/>
            <a:r>
              <a:t>Enter your choice: 2</a:t>
            </a:r>
            <a:br/>
            <a:br/>
            <a:r>
              <a:t>ID     BOOK NAME             AUTHOR             STATUS</a:t>
            </a:r>
            <a:br/>
            <a:r>
              <a:t>101    C Programming         Dennis Ritchie     Available</a:t>
            </a:r>
            <a:br/>
            <a:r>
              <a:t>102    Data Structures       Mark Weiss          Issued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The Library Management System provides a simple and efficient way to manage library records.</a:t>
            </a:r>
          </a:p>
          <a:p>
            <a:pPr>
              <a:spcAft>
                <a:spcPts val="1200"/>
              </a:spcAft>
              <a:defRPr sz="2000"/>
            </a:pPr>
            <a:r>
              <a:t>• The project demonstrates structures, functions, arrays, strings, and file handling in C.</a:t>
            </a:r>
          </a:p>
          <a:p>
            <a:pPr>
              <a:spcAft>
                <a:spcPts val="1200"/>
              </a:spcAft>
              <a:defRPr sz="2000"/>
            </a:pPr>
            <a:r>
              <a:t>• The system supports basic book management and issue/return operations.</a:t>
            </a:r>
          </a:p>
          <a:p>
            <a:pPr>
              <a:spcAft>
                <a:spcPts val="1200"/>
              </a:spcAft>
              <a:defRPr sz="2000"/>
            </a:pPr>
            <a:r>
              <a:t>• Future versions can include members, fine calculation, update/delete, database, and GUI.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